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60C14-FDFC-4DCC-9203-E17E4AB3B5F1}" v="18" dt="2026-09-10T16:49:24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4846320"/>
            <a:ext cx="2560320" cy="2560320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87537" y="-1097280"/>
            <a:ext cx="3214063" cy="3065167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5349240"/>
            <a:ext cx="1371600" cy="1371600"/>
          </a:xfrm>
          <a:prstGeom prst="ellipse">
            <a:avLst/>
          </a:prstGeom>
          <a:solidFill>
            <a:srgbClr val="1A2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374" y="85484"/>
            <a:ext cx="1211317" cy="1175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30352"/>
            <a:ext cx="6217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Roboto Condensed"/>
              </a:rPr>
              <a:t>IILM UNIVERSITY, 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7863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6A82B"/>
                </a:solidFill>
                <a:latin typeface="Roboto Condensed"/>
              </a:rPr>
              <a:t>I N T E R N S H I P   R E P O R T   P R E S E N T A T I O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731520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DejaVu Serif Condensed"/>
              </a:rPr>
              <a:t>Web Developer
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18688"/>
            <a:ext cx="62179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FE6F6"/>
                </a:solidFill>
                <a:latin typeface="Roboto Condensed"/>
              </a:rPr>
              <a:t>Codec Technologies Pvt.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85032"/>
            <a:ext cx="6217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1CDEA"/>
                </a:solidFill>
                <a:latin typeface="Roboto Condensed"/>
              </a:rPr>
              <a:t>AICTE &amp; ICAC Approved Internship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800600"/>
            <a:ext cx="5669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Roboto Condensed"/>
              </a:rPr>
              <a:t>PIYUSH DUBEY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30368"/>
            <a:ext cx="76809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1CDEA"/>
                </a:solidFill>
                <a:latin typeface="Roboto Condensed"/>
              </a:rPr>
              <a:t>Roll No. 25SCS1003004086  |  B.Tech CSE  |  Batch 2025–2029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32704"/>
            <a:ext cx="6400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1CDEA"/>
                </a:solidFill>
                <a:latin typeface="Roboto Condensed"/>
              </a:rPr>
              <a:t>01/06/2026 – 01/08/2026  •  Hybrid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DEE4F5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DEE4F5"/>
                </a:solidFill>
                <a:latin typeface="Roboto Condense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0" y="4983480"/>
            <a:ext cx="1645920" cy="1645920"/>
          </a:xfrm>
          <a:prstGeom prst="ellipse">
            <a:avLst/>
          </a:prstGeom>
          <a:solidFill>
            <a:srgbClr val="121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34440" y="777240"/>
            <a:ext cx="713232" cy="713232"/>
          </a:xfrm>
          <a:prstGeom prst="ellipse">
            <a:avLst/>
          </a:prstGeom>
          <a:solidFill>
            <a:srgbClr val="2F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84048"/>
            <a:ext cx="640080" cy="6314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828800"/>
            <a:ext cx="18288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DejaVu Serif Condensed"/>
              </a:rPr>
              <a:t>PIYUSH
DUBEY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1488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9E1F4"/>
                </a:solidFill>
                <a:latin typeface="Roboto Condensed"/>
              </a:rPr>
              <a:t>B.Tech –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493776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ABOUT THE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786384"/>
            <a:ext cx="694944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534"/>
                </a:solidFill>
                <a:latin typeface="DejaVu Serif Condensed"/>
              </a:rPr>
              <a:t>Candidate Profile</a:t>
            </a:r>
          </a:p>
        </p:txBody>
      </p:sp>
      <p:sp>
        <p:nvSpPr>
          <p:cNvPr id="11" name="Oval 10"/>
          <p:cNvSpPr/>
          <p:nvPr/>
        </p:nvSpPr>
        <p:spPr>
          <a:xfrm>
            <a:off x="3675887" y="1627632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1636776"/>
            <a:ext cx="420624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F73"/>
                </a:solidFill>
                <a:latin typeface="Roboto Condensed"/>
              </a:rPr>
              <a:t>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1609344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6E84"/>
                </a:solidFill>
                <a:latin typeface="Roboto Condensed"/>
              </a:rPr>
              <a:t>Roll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828800"/>
            <a:ext cx="6309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534"/>
                </a:solidFill>
                <a:latin typeface="Roboto Condensed"/>
              </a:rPr>
              <a:t>25SCS1003004086</a:t>
            </a:r>
          </a:p>
        </p:txBody>
      </p:sp>
      <p:sp>
        <p:nvSpPr>
          <p:cNvPr id="15" name="Oval 14"/>
          <p:cNvSpPr/>
          <p:nvPr/>
        </p:nvSpPr>
        <p:spPr>
          <a:xfrm>
            <a:off x="3675887" y="2496312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420624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F73"/>
                </a:solidFill>
                <a:latin typeface="Roboto Condensed"/>
              </a:rPr>
              <a:t>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478024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6E84"/>
                </a:solidFill>
                <a:latin typeface="Roboto Condensed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697480"/>
            <a:ext cx="6309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534"/>
                </a:solidFill>
                <a:latin typeface="Roboto Condensed"/>
              </a:rPr>
              <a:t>IILM University, Greater Noida, U.P.</a:t>
            </a:r>
          </a:p>
        </p:txBody>
      </p:sp>
      <p:sp>
        <p:nvSpPr>
          <p:cNvPr id="19" name="Oval 18"/>
          <p:cNvSpPr/>
          <p:nvPr/>
        </p:nvSpPr>
        <p:spPr>
          <a:xfrm>
            <a:off x="3675887" y="3364991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7" y="3374135"/>
            <a:ext cx="420624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3346703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6E84"/>
                </a:solidFill>
                <a:latin typeface="Roboto Condensed"/>
              </a:rPr>
              <a:t>Programme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566160"/>
            <a:ext cx="6309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534"/>
                </a:solidFill>
                <a:latin typeface="Roboto Condensed"/>
              </a:rPr>
              <a:t>B.Tech CSE, Batch 2025–2029</a:t>
            </a:r>
          </a:p>
        </p:txBody>
      </p:sp>
      <p:sp>
        <p:nvSpPr>
          <p:cNvPr id="23" name="Oval 22"/>
          <p:cNvSpPr/>
          <p:nvPr/>
        </p:nvSpPr>
        <p:spPr>
          <a:xfrm>
            <a:off x="3675887" y="4233672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75887" y="4242816"/>
            <a:ext cx="420624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F73"/>
                </a:solidFill>
                <a:latin typeface="Roboto Condensed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4215384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6E84"/>
                </a:solidFill>
                <a:latin typeface="Roboto Condensed"/>
              </a:rPr>
              <a:t>Internship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434840"/>
            <a:ext cx="6309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534"/>
                </a:solidFill>
                <a:latin typeface="Roboto Condensed"/>
              </a:rPr>
              <a:t>Web Development</a:t>
            </a:r>
          </a:p>
        </p:txBody>
      </p:sp>
      <p:sp>
        <p:nvSpPr>
          <p:cNvPr id="27" name="Oval 26"/>
          <p:cNvSpPr/>
          <p:nvPr/>
        </p:nvSpPr>
        <p:spPr>
          <a:xfrm>
            <a:off x="3675887" y="5102352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5887" y="5111496"/>
            <a:ext cx="420624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F73"/>
                </a:solidFill>
                <a:latin typeface="Roboto Condensed"/>
              </a:rPr>
              <a:t>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84064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6E84"/>
                </a:solidFill>
                <a:latin typeface="Roboto Condensed"/>
              </a:rPr>
              <a:t>Duration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5303520"/>
            <a:ext cx="6309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534"/>
                </a:solidFill>
                <a:latin typeface="Roboto Condensed"/>
              </a:rPr>
              <a:t>2 Months | June – August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ABOUT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60704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534"/>
                </a:solidFill>
                <a:latin typeface="DejaVu Serif Condensed"/>
              </a:rPr>
              <a:t>Codec Technologies &amp; the Web Developer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0472"/>
            <a:ext cx="10561320" cy="10058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F2534"/>
                </a:solidFill>
                <a:latin typeface="Roboto Condensed"/>
              </a:rPr>
              <a:t>Codec Technologies provided a structured web development internship focused on practical front-end and back-end fundamentals. The program combined conceptual learning, hands-on tasks, project work, weekly check-ins and a final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89504"/>
            <a:ext cx="3182112" cy="21762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3136392"/>
            <a:ext cx="475488" cy="47548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3163824"/>
            <a:ext cx="47548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108960"/>
            <a:ext cx="19659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6E84"/>
                </a:solidFill>
                <a:latin typeface="Roboto Condensed"/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49039"/>
            <a:ext cx="2606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534"/>
                </a:solidFill>
                <a:latin typeface="Roboto Condensed"/>
              </a:rPr>
              <a:t>Codec Technologies Pvt.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279392"/>
            <a:ext cx="2624328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56E84"/>
                </a:solidFill>
                <a:latin typeface="Roboto Condensed"/>
              </a:rPr>
              <a:t>Structured internship platform with IT and business consultancy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889504"/>
            <a:ext cx="3182112" cy="21762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98264" y="3136392"/>
            <a:ext cx="475488" cy="47548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3163824"/>
            <a:ext cx="47548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08960"/>
            <a:ext cx="19659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6E84"/>
                </a:solidFill>
                <a:latin typeface="Roboto Condensed"/>
              </a:rPr>
              <a:t>Mode &amp;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3749039"/>
            <a:ext cx="2606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534"/>
                </a:solidFill>
                <a:latin typeface="Roboto Condensed"/>
              </a:rPr>
              <a:t>Hybrid • 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4279392"/>
            <a:ext cx="2624328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56E84"/>
                </a:solidFill>
                <a:latin typeface="Roboto Condensed"/>
              </a:rPr>
              <a:t>01/06/2026 to 01/08/2026 • Web Developer Intern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2889504"/>
            <a:ext cx="3182112" cy="21762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36992" y="3136392"/>
            <a:ext cx="475488" cy="47548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3163824"/>
            <a:ext cx="47548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3108960"/>
            <a:ext cx="19659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6E84"/>
                </a:solidFill>
                <a:latin typeface="Roboto Condensed"/>
              </a:rPr>
              <a:t>Program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3749039"/>
            <a:ext cx="2606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534"/>
                </a:solidFill>
                <a:latin typeface="Roboto Condensed"/>
              </a:rPr>
              <a:t>Web Development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279392"/>
            <a:ext cx="2624328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56E84"/>
                </a:solidFill>
                <a:latin typeface="Roboto Condensed"/>
              </a:rPr>
              <a:t>HTML/CSS → JavaScript → APIs → Git/GitHub → Testing →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58952"/>
            <a:ext cx="100584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534"/>
                </a:solidFill>
                <a:latin typeface="DejaVu Serif Condensed"/>
              </a:rPr>
              <a:t>Bridging Theory and Real-World 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17904"/>
            <a:ext cx="1051560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F2534"/>
                </a:solidFill>
                <a:latin typeface="Roboto Condensed"/>
              </a:rPr>
              <a:t>Students may understand HTML, CSS, JavaScript and related concepts academically, yet often get limited exposure to building, testing and handing off a complete web project. This internship addressed that gap through an end-to-end development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27248"/>
            <a:ext cx="1965960" cy="1325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4944" y="3319272"/>
            <a:ext cx="384048" cy="38404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3346704"/>
            <a:ext cx="38404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273552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03320"/>
            <a:ext cx="1664208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534"/>
                </a:solidFill>
                <a:latin typeface="Roboto Condensed"/>
              </a:rPr>
              <a:t>Responsive page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3547872"/>
            <a:ext cx="256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F73"/>
                </a:solidFill>
                <a:latin typeface="Roboto Condense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3127248"/>
            <a:ext cx="1965960" cy="1325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99232" y="3319272"/>
            <a:ext cx="384048" cy="38404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3346704"/>
            <a:ext cx="38404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73552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03320"/>
            <a:ext cx="1664208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534"/>
                </a:solidFill>
                <a:latin typeface="Roboto Condensed"/>
              </a:rPr>
              <a:t>HTML + CSS + Bootstrap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547872"/>
            <a:ext cx="256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F73"/>
                </a:solidFill>
                <a:latin typeface="Roboto Condense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3127248"/>
            <a:ext cx="1965960" cy="1325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3319272"/>
            <a:ext cx="384048" cy="38404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3346704"/>
            <a:ext cx="38404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273552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INTERACT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3703320"/>
            <a:ext cx="1664208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534"/>
                </a:solidFill>
                <a:latin typeface="Roboto Condensed"/>
              </a:rPr>
              <a:t>JavaScript + 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547872"/>
            <a:ext cx="256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F73"/>
                </a:solidFill>
                <a:latin typeface="Roboto Condensed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3127248"/>
            <a:ext cx="1965960" cy="1325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07808" y="3319272"/>
            <a:ext cx="384048" cy="38404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07808" y="3346704"/>
            <a:ext cx="38404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273552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INTEGRATE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3703320"/>
            <a:ext cx="1664208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534"/>
                </a:solidFill>
                <a:latin typeface="Roboto Condensed"/>
              </a:rPr>
              <a:t>REST APIs +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3547872"/>
            <a:ext cx="256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F73"/>
                </a:solidFill>
                <a:latin typeface="Roboto Condensed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3127248"/>
            <a:ext cx="1965960" cy="1325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912096" y="3319272"/>
            <a:ext cx="384048" cy="384048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12096" y="3346704"/>
            <a:ext cx="38404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7584" y="3273552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3703320"/>
            <a:ext cx="1664208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2534"/>
                </a:solidFill>
                <a:latin typeface="Roboto Condensed"/>
              </a:rPr>
              <a:t>Git + testing +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0584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534"/>
                </a:solidFill>
                <a:latin typeface="DejaVu Serif Condensed"/>
              </a:rPr>
              <a:t>What the Internship Set Out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200400" cy="1828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618488"/>
            <a:ext cx="438912" cy="438912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618488"/>
            <a:ext cx="2148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HTML5 &amp; 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27432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6E84"/>
                </a:solidFill>
                <a:latin typeface="Roboto Condensed"/>
              </a:rPr>
              <a:t>Build well-structured, responsive web pages using semantic HTML and modern CSS.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5656" y="1417320"/>
            <a:ext cx="3200400" cy="1828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88536" y="1618488"/>
            <a:ext cx="438912" cy="438912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8536" y="1645920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618488"/>
            <a:ext cx="2148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2167128"/>
            <a:ext cx="27432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6E84"/>
                </a:solidFill>
                <a:latin typeface="Roboto Condensed"/>
              </a:rPr>
              <a:t>Add interactivity with DOM manipulation, events, functions and ES6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6952" y="1417320"/>
            <a:ext cx="3200400" cy="1828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99831" y="1618488"/>
            <a:ext cx="438912" cy="438912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1645920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618488"/>
            <a:ext cx="2148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Responsive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2167128"/>
            <a:ext cx="27432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6E84"/>
                </a:solidFill>
                <a:latin typeface="Roboto Condensed"/>
              </a:rPr>
              <a:t>Create mobile-first layouts using Flexbox, CSS Grid and Bootstrap.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40480"/>
            <a:ext cx="3200400" cy="1828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4041648"/>
            <a:ext cx="438912" cy="438912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4041648"/>
            <a:ext cx="2148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Version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90288"/>
            <a:ext cx="27432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6E84"/>
                </a:solidFill>
                <a:latin typeface="Roboto Condensed"/>
              </a:rPr>
              <a:t>Use Git and GitHub for versioning, branching and collaboration.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05656" y="3840480"/>
            <a:ext cx="3200400" cy="1828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88536" y="4041648"/>
            <a:ext cx="438912" cy="438912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88536" y="4069080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041648"/>
            <a:ext cx="2148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API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536" y="4590288"/>
            <a:ext cx="27432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6E84"/>
                </a:solidFill>
                <a:latin typeface="Roboto Condensed"/>
              </a:rPr>
              <a:t>Understand client-server communication and work with REST APIs and JSON.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16952" y="3840480"/>
            <a:ext cx="3200400" cy="1828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99831" y="4041648"/>
            <a:ext cx="438912" cy="438912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99831" y="4069080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4041648"/>
            <a:ext cx="2148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Testing &amp;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4590288"/>
            <a:ext cx="27432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56E84"/>
                </a:solidFill>
                <a:latin typeface="Roboto Condensed"/>
              </a:rPr>
              <a:t>Test across browsers, debug issues and prepare a functional project for deployment.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0584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534"/>
                </a:solidFill>
                <a:latin typeface="DejaVu Serif Condensed"/>
              </a:rPr>
              <a:t>The Toolkit Behind the Internship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0664" y="1609344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627632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9344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Page structure &amp; semantics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444752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29584" y="1609344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9584" y="1627632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609344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31136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Styling &amp; responsive layouts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44752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18504" y="1609344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1627632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609344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JavaScript (ES6)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231136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Logic &amp; interactivity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1444752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07424" y="1609344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7424" y="1627632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1609344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Bootstrap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1" y="2231136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Rapid responsive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84448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0664" y="3749039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3767328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3749039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Git &amp;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370832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Version control &amp; collaboration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79" y="3584448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29584" y="3749039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9584" y="3767328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3749039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VS Code + DevTools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370832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Development, debugging &amp; 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584448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18504" y="3749039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8504" y="3767328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3749039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REST APIs +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4370832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Back-end/data 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19" y="3584448"/>
            <a:ext cx="2487168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07424" y="3749039"/>
            <a:ext cx="420624" cy="420624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07424" y="3767328"/>
            <a:ext cx="42062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8" y="3749039"/>
            <a:ext cx="166420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Chrome &amp; Cross-browser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1" y="4370832"/>
            <a:ext cx="2084831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>
                <a:solidFill>
                  <a:srgbClr val="656E84"/>
                </a:solidFill>
                <a:latin typeface="Roboto Condensed"/>
              </a:rPr>
              <a:t>Compatibility &amp; quality assurance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987552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534"/>
                </a:solidFill>
                <a:latin typeface="DejaVu Serif Condensed"/>
              </a:rPr>
              <a:t>From Web Page to Tested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964692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" y="1572768"/>
            <a:ext cx="457200" cy="457200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600200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527048"/>
            <a:ext cx="2788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527048"/>
            <a:ext cx="53949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6E84"/>
                </a:solidFill>
                <a:latin typeface="Roboto Condensed"/>
              </a:rPr>
              <a:t>HTML + CSS structure the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167128"/>
            <a:ext cx="320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59152"/>
            <a:ext cx="964692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8992" y="2514600"/>
            <a:ext cx="457200" cy="457200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542032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468880"/>
            <a:ext cx="2788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Interaction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53949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6E84"/>
                </a:solidFill>
                <a:latin typeface="Roboto Condensed"/>
              </a:rPr>
              <a:t>JavaScript handles DOM, forms and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108960"/>
            <a:ext cx="320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00984"/>
            <a:ext cx="964692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8992" y="3456432"/>
            <a:ext cx="457200" cy="457200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483864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410712"/>
            <a:ext cx="2788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410712"/>
            <a:ext cx="53949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6E84"/>
                </a:solidFill>
                <a:latin typeface="Roboto Condensed"/>
              </a:rPr>
              <a:t>REST APIs and JSON provide dynamic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050792"/>
            <a:ext cx="320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242816"/>
            <a:ext cx="964692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78992" y="4398264"/>
            <a:ext cx="457200" cy="457200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425696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352544"/>
            <a:ext cx="2788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Version Control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352544"/>
            <a:ext cx="53949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6E84"/>
                </a:solidFill>
                <a:latin typeface="Roboto Condensed"/>
              </a:rPr>
              <a:t>Git/GitHub manage source code and collaboration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992624"/>
            <a:ext cx="320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F73"/>
                </a:solidFill>
                <a:latin typeface="Roboto Condensed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184648"/>
            <a:ext cx="964692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8992" y="5340096"/>
            <a:ext cx="457200" cy="457200"/>
          </a:xfrm>
          <a:prstGeom prst="ellipse">
            <a:avLst/>
          </a:prstGeom>
          <a:solidFill>
            <a:srgbClr val="E1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5367528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F73"/>
                </a:solidFill>
                <a:latin typeface="Roboto Condense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294376"/>
            <a:ext cx="2788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Testing &amp;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94376"/>
            <a:ext cx="53949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6E84"/>
                </a:solidFill>
                <a:latin typeface="Roboto Condensed"/>
              </a:rPr>
              <a:t>Browser testing, debugging and deployment preparation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0584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534"/>
                </a:solidFill>
                <a:latin typeface="DejaVu Serif Condensed"/>
              </a:rPr>
              <a:t>The 8-Week Learning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89888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3503" y="1545336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1572768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554480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103120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Orientation &amp;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651760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HTML5, CSS3, semantic markup and project guidelines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89888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02152" y="1545336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572768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1554480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103120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Responsive Web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651760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Flexbox, CSS Grid and Bootstrap layouts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389888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545336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572768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1554480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JavaScript Essentials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DOM manipulation, events, functions and ES6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1389888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299448" y="1545336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9448" y="1572768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1554480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103120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Front-End Project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651760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Build an assigned landing page / portfolio-style site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3785616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3503" y="3941064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3" y="3968496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3950208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3" y="4498848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Version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3" y="5047488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Git, GitHub, branching and code review practices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7560" y="3785616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02152" y="3941064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02152" y="3968496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5656" y="3950208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4498848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Back-End Basics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2152" y="5047488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REST APIs, JSON and server-side concepts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3785616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3941064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4304" y="3950208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498848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Integration &amp; 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047488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Connect data, cross-browser testing and debugging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34856" y="3785616"/>
            <a:ext cx="2587752" cy="1938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299448" y="3941064"/>
            <a:ext cx="475488" cy="475488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99448" y="3968496"/>
            <a:ext cx="47548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Roboto Condensed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2952" y="3950208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6A82B"/>
                </a:solidFill>
                <a:latin typeface="Roboto Condensed"/>
              </a:rPr>
              <a:t>WEEK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4498848"/>
            <a:ext cx="22677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2534"/>
                </a:solidFill>
                <a:latin typeface="Roboto Condensed"/>
              </a:rPr>
              <a:t>Final Submission &amp;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9448" y="5047488"/>
            <a:ext cx="2240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69" b="0">
                <a:solidFill>
                  <a:srgbClr val="656E84"/>
                </a:solidFill>
                <a:latin typeface="Roboto Condensed"/>
              </a:rPr>
              <a:t>Deployment preparation, documentation and final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685800" cy="676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438912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0584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534"/>
                </a:solidFill>
                <a:latin typeface="DejaVu Serif Condensed"/>
              </a:rPr>
              <a:t>Skills &amp; Capabilities Gained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417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371600"/>
            <a:ext cx="2788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Responsive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371600"/>
            <a:ext cx="6537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56E84"/>
                </a:solidFill>
                <a:latin typeface="Roboto Condensed"/>
              </a:rPr>
              <a:t>Ability to build clean, responsive web pages using HTML5, CSS3 and Bootstrap.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67128"/>
            <a:ext cx="4572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121408"/>
            <a:ext cx="2788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JavaScript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121408"/>
            <a:ext cx="6537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56E84"/>
                </a:solidFill>
                <a:latin typeface="Roboto Condensed"/>
              </a:rPr>
              <a:t>Practical understanding of interactive UI behavior, DOM manipulation and ES6 syntax.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916936"/>
            <a:ext cx="4572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871216"/>
            <a:ext cx="2788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Git &amp;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871216"/>
            <a:ext cx="6537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56E84"/>
                </a:solidFill>
                <a:latin typeface="Roboto Condensed"/>
              </a:rPr>
              <a:t>Hands-on experience with Git/GitHub for version control and collaborative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572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621024"/>
            <a:ext cx="2788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API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621024"/>
            <a:ext cx="6537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56E84"/>
                </a:solidFill>
                <a:latin typeface="Roboto Condensed"/>
              </a:rPr>
              <a:t>Working knowledge of connecting front-end pages with APIs and JSON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416552"/>
            <a:ext cx="4572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370832"/>
            <a:ext cx="2788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Testing &amp; Debugging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370832"/>
            <a:ext cx="6537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56E84"/>
                </a:solidFill>
                <a:latin typeface="Roboto Condensed"/>
              </a:rPr>
              <a:t>Experience with browser tools, cross-browser testing and issue resolution.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166360"/>
            <a:ext cx="4572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6A82B"/>
                </a:solidFill>
                <a:latin typeface="Roboto Condense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120640"/>
            <a:ext cx="27889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534"/>
                </a:solidFill>
                <a:latin typeface="Roboto Condensed"/>
              </a:rPr>
              <a:t>Project 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120640"/>
            <a:ext cx="6537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56E84"/>
                </a:solidFill>
                <a:latin typeface="Roboto Condensed"/>
              </a:rPr>
              <a:t>A completed front-end project, reviewed with the assigned Project Head, plus internship certification.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56E84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6E84"/>
                </a:solidFill>
                <a:latin typeface="Roboto Condense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765" y="83559"/>
            <a:ext cx="920355" cy="946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57200"/>
            <a:ext cx="47548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CERTIFICATION &amp;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47548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DejaVu Serif Condensed"/>
              </a:rPr>
              <a:t>Successfully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DC9E6"/>
                </a:solidFill>
                <a:latin typeface="Roboto Condensed"/>
              </a:rPr>
              <a:t>Designation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1600200"/>
            <a:ext cx="2880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Roboto Condensed"/>
              </a:rPr>
              <a:t>Web Developer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4086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DC9E6"/>
                </a:solidFill>
                <a:latin typeface="Roboto Condensed"/>
              </a:rPr>
              <a:t>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313432"/>
            <a:ext cx="2880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Roboto Condensed"/>
              </a:rPr>
              <a:t>2 Months | June –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54096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DC9E6"/>
                </a:solidFill>
                <a:latin typeface="Roboto Condensed"/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3026664"/>
            <a:ext cx="2880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Roboto Condensed"/>
              </a:rPr>
              <a:t>Codec Technologies Pvt.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DC9E6"/>
                </a:solidFill>
                <a:latin typeface="Roboto Condensed"/>
              </a:rPr>
              <a:t>Certificate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3739896"/>
            <a:ext cx="2880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Roboto Condensed"/>
              </a:rPr>
              <a:t>Internship Completion Certificate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DC9E6"/>
                </a:solidFill>
                <a:latin typeface="Roboto Condensed"/>
              </a:rPr>
              <a:t>AICTE / ICAC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4453128"/>
            <a:ext cx="288036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Roboto Condensed"/>
              </a:rPr>
              <a:t>Approved internship program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078992"/>
            <a:ext cx="6007608" cy="5138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234440"/>
            <a:ext cx="5669280" cy="4709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527608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6A82B"/>
                </a:solidFill>
                <a:latin typeface="Roboto Condensed"/>
              </a:rPr>
              <a:t>Supporting evidence</a:t>
            </a:r>
          </a:p>
        </p:txBody>
      </p:sp>
      <p:pic>
        <p:nvPicPr>
          <p:cNvPr id="19" name="Picture 18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22976"/>
            <a:ext cx="1737360" cy="658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623620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CDD6EC"/>
                </a:solidFill>
                <a:latin typeface="Roboto Condensed"/>
              </a:rPr>
              <a:t>Offer Letter</a:t>
            </a:r>
          </a:p>
        </p:txBody>
      </p:sp>
      <p:pic>
        <p:nvPicPr>
          <p:cNvPr id="21" name="Picture 20" descr="Screenshot 2026-09-10 2159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5522976"/>
            <a:ext cx="1737360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651760" y="623620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CDD6EC"/>
                </a:solidFill>
                <a:latin typeface="Roboto Condensed"/>
              </a:rPr>
              <a:t>Completed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DEE4F5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DEE4F5"/>
                </a:solidFill>
                <a:latin typeface="Roboto Condense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ilm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347472"/>
            <a:ext cx="658368" cy="64947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61310" y="4379310"/>
            <a:ext cx="2743200" cy="2743200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822960"/>
            <a:ext cx="3017520" cy="3017520"/>
          </a:xfrm>
          <a:prstGeom prst="ellipse">
            <a:avLst/>
          </a:prstGeom>
          <a:solidFill>
            <a:srgbClr val="1E2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731520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DejaVu Serif Condense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24912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82B"/>
                </a:solidFill>
                <a:latin typeface="Roboto Condensed"/>
              </a:rPr>
              <a:t>Web Developer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82112"/>
            <a:ext cx="7772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5DEF2"/>
                </a:solidFill>
                <a:latin typeface="Roboto Condensed"/>
              </a:rPr>
              <a:t>Codec Technologies Pvt. Ltd.  •  IILM University, 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242816"/>
            <a:ext cx="4114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Roboto Condensed"/>
              </a:rPr>
              <a:t>PIYUSH DUBEY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81728"/>
            <a:ext cx="51206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1CDEA"/>
                </a:solidFill>
                <a:latin typeface="Roboto Condensed"/>
              </a:rPr>
              <a:t>Roll No. 25SCS1003004086  |  B.Tech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084064"/>
            <a:ext cx="34747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1CDEA"/>
                </a:solidFill>
                <a:latin typeface="Roboto Condensed"/>
              </a:rPr>
              <a:t>June –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473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DEE4F5"/>
                </a:solidFill>
                <a:latin typeface="Roboto Condensed"/>
              </a:rPr>
              <a:t>Web Developer Internship • Piyush Dubey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39728" y="6428232"/>
            <a:ext cx="228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DEE4F5"/>
                </a:solidFill>
                <a:latin typeface="Roboto Condensed"/>
              </a:rPr>
              <a:t>11</a:t>
            </a:r>
          </a:p>
        </p:txBody>
      </p:sp>
      <p:pic>
        <p:nvPicPr>
          <p:cNvPr id="15" name="Picture 14" descr="iilm_logo_cropped.png">
            <a:extLst>
              <a:ext uri="{FF2B5EF4-FFF2-40B4-BE49-F238E27FC236}">
                <a16:creationId xmlns:a16="http://schemas.microsoft.com/office/drawing/2014/main" id="{385544E8-AB20-47B0-7579-DAEDD6BE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95" y="4683760"/>
            <a:ext cx="2008351" cy="1955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13</cp:revision>
  <dcterms:created xsi:type="dcterms:W3CDTF">2013-01-27T09:14:16Z</dcterms:created>
  <dcterms:modified xsi:type="dcterms:W3CDTF">2026-09-10T16:51:10Z</dcterms:modified>
  <cp:category/>
</cp:coreProperties>
</file>